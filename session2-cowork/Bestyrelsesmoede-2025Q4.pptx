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Bestyrelsesmoede - Q4 2025 - NordPension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Statusrapport til bestyrelsen -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 KPI'er Q4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AUM: 18,4 mia. DKK (+2,1 % QoQ)</a:t>
            </a:r>
          </a:p>
          <a:p>
            <a:r>
              <a:t>Antal medlemmer: 5.014 (+38 netto)</a:t>
            </a:r>
          </a:p>
          <a:p>
            <a:r>
              <a:t>Kontorente 2025: 4,8 %</a:t>
            </a:r>
          </a:p>
          <a:p>
            <a:r>
              <a:t>SLA-breach rate: 4,2 % (maal: &lt;5 %)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Lancering af ny digital aarsoversigt - pilottest gennemfoert</a:t>
            </a:r>
          </a:p>
          <a:p>
            <a:r>
              <a:t>Investeringsafkast over benchmark i 3 ud af 4 aktivklasser</a:t>
            </a:r>
          </a:p>
          <a:p>
            <a:r>
              <a:t>Klimamaal 2030 - vi er 38 % af vejen (paa plan)</a:t>
            </a:r>
          </a:p>
          <a:p>
            <a:r>
              <a:t>Vellykket overgang til ny depotbank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Bekymringer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Stigende antal klager om digital kommunikation (3. kvartal i traek)</a:t>
            </a:r>
          </a:p>
          <a:p>
            <a:r>
              <a:t>Mistanke om systematik i bidragsanomalier hos arbejdsgivere i Sjaelland-regionen</a:t>
            </a:r>
          </a:p>
          <a:p>
            <a:r>
              <a:t>Vakant CFO-rolle siden september - interim-loesning koerer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Strategiske initiativer -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IT-driftspartnerskab 2027 - Planning (RFP forventet Q2 2026)</a:t>
            </a:r>
          </a:p>
          <a:p>
            <a:r>
              <a:t>Klimamaal 2030 - Active (paa plan)</a:t>
            </a:r>
          </a:p>
          <a:p>
            <a:r>
              <a:t>Digital medlemsoplevelse - Active (forsinket 1 kvartal)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Naeste skridt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Endelig RFP paa IT-driftspartnerskab klar til Q1-bestyrelsesmoede</a:t>
            </a:r>
          </a:p>
          <a:p>
            <a:r>
              <a:t>Dybere analyse af klagebilledet - afrapporteres Q1</a:t>
            </a:r>
          </a:p>
          <a:p>
            <a:r>
              <a:t>Beslutning om CFO-rekruttering paa naeste moede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Spoergsmaal?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 for opmaerksomheden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